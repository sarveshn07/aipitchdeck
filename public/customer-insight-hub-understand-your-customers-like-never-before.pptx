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k.imagekit.io/xjnjn65g9p/pitch-decks/deck-cmtyjde7s0008jkljtb2bz1vs-slide-1_SoVceFU3S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17211B">
              <a:alpha val="92000"/>
            </a:srgbClr>
          </a:solidFill>
          <a:ln w="12700">
            <a:solidFill>
              <a:srgbClr val="17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663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5349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Insight Hub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Transforming Team-Customer Connections.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k.imagekit.io/xjnjn65g9p/pitch-decks/deck-cmtyjde7s0008jkljtb2bz1vs-slide-2_qwasbUXQj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17211B">
              <a:alpha val="92000"/>
            </a:srgbClr>
          </a:solidFill>
          <a:ln w="12700">
            <a:solidFill>
              <a:srgbClr val="17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663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5349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teams struggle to gather and analyze customer insights.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Limited resources lead to ineffective customer engagement strategies.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Inconsistent customer feedback loops hinder product development.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k.imagekit.io/xjnjn65g9p/pitch-decks/deck-cmtyjde7s0008jkljtb2bz1vs-slide-3_vlnKvLFaR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17211B">
              <a:alpha val="92000"/>
            </a:srgbClr>
          </a:solidFill>
          <a:ln w="12700">
            <a:solidFill>
              <a:srgbClr val="17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663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5349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user-friendly platform for gathering and analyzing customer insights.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Real-time feedback tools to enhance customer engagement.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Integrated analytics dashboard for actionable insights.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k.imagekit.io/xjnjn65g9p/pitch-decks/deck-cmtyjde7s0008jkljtb2bz1vs-slide-4__dXu_PQZX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17211B">
              <a:alpha val="92000"/>
            </a:srgbClr>
          </a:solidFill>
          <a:ln w="12700">
            <a:solidFill>
              <a:srgbClr val="17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663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5349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Targeting small to medium-sized businesses across various industries.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Estimated market size of $15 billion for customer experience tools.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Growing need for effective customer feedback management solutions.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k.imagekit.io/xjnjn65g9p/pitch-decks/deck-cmtyjde7s0008jkljtb2bz1vs-slide-5_M5SK25Zqm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17211B">
              <a:alpha val="92000"/>
            </a:srgbClr>
          </a:solidFill>
          <a:ln w="12700">
            <a:solidFill>
              <a:srgbClr val="17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663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5349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Intuitive survey and feedback collection tools.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Customizable user dashboard with analytics insights.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Collaboration features for team-based strategies.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 with existing CRMs for seamless data flow.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k.imagekit.io/xjnjn65g9p/pitch-decks/deck-cmtyjde7s0008jkljtb2bz1vs-slide-6_hWGMg5GylG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17211B">
              <a:alpha val="92000"/>
            </a:srgbClr>
          </a:solidFill>
          <a:ln w="12700">
            <a:solidFill>
              <a:srgbClr val="17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663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5349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Subscription-based model offering different tiers for scalability.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Additional revenue through premium analytics features.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Potential for partnership programs with CRM providers.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k.imagekit.io/xjnjn65g9p/pitch-decks/deck-cmtyjde7s0008jkljtb2bz1vs-slide-7_YC09qh3Tu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17211B">
              <a:alpha val="92000"/>
            </a:srgbClr>
          </a:solidFill>
          <a:ln w="12700">
            <a:solidFill>
              <a:srgbClr val="1721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663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5349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Seeking $500,000 in funding to finalize product development and marketing.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Looking for strategic partnerships for market entry.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Purpose: Enhance our product features and grow the customer base.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PitchPilot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Insight Hub: Understand Your Customers Like Never Before</dc:title>
  <dc:subject>A tool that helps small teams understand their customers</dc:subject>
  <dc:creator>PitchPilot</dc:creator>
  <cp:lastModifiedBy>PitchPilot</cp:lastModifiedBy>
  <cp:revision>1</cp:revision>
  <dcterms:created xsi:type="dcterms:W3CDTF">2026-09-12T15:33:41Z</dcterms:created>
  <dcterms:modified xsi:type="dcterms:W3CDTF">2026-09-12T15:33:41Z</dcterms:modified>
</cp:coreProperties>
</file>